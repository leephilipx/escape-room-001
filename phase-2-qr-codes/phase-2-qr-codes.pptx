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Roboto Mono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Mono-boldItalic.fntdata"/><Relationship Id="rId10" Type="http://schemas.openxmlformats.org/officeDocument/2006/relationships/font" Target="fonts/RobotoMon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obotoMon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RobotoMon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2e9c9b21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2e9c9b21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hyperlink" Target="https://bit.ly/er001-hourglass-realm" TargetMode="External"/><Relationship Id="rId10" Type="http://schemas.openxmlformats.org/officeDocument/2006/relationships/image" Target="../media/image11.png"/><Relationship Id="rId13" Type="http://schemas.openxmlformats.org/officeDocument/2006/relationships/hyperlink" Target="https://www.youtube.com/watch?v=MtN1YnoL46Q" TargetMode="External"/><Relationship Id="rId12" Type="http://schemas.openxmlformats.org/officeDocument/2006/relationships/image" Target="../media/image10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youtube.com/watch?v=dQw4w9WgXcQ" TargetMode="External"/><Relationship Id="rId4" Type="http://schemas.openxmlformats.org/officeDocument/2006/relationships/image" Target="../media/image6.png"/><Relationship Id="rId9" Type="http://schemas.openxmlformats.org/officeDocument/2006/relationships/image" Target="../media/image5.png"/><Relationship Id="rId15" Type="http://schemas.openxmlformats.org/officeDocument/2006/relationships/hyperlink" Target="https://www.fairprice.com.sg/product/l-blossom-apple-broccoli-puffs-40g-13212834" TargetMode="External"/><Relationship Id="rId14" Type="http://schemas.openxmlformats.org/officeDocument/2006/relationships/image" Target="../media/image8.png"/><Relationship Id="rId16" Type="http://schemas.openxmlformats.org/officeDocument/2006/relationships/image" Target="../media/image9.png"/><Relationship Id="rId5" Type="http://schemas.openxmlformats.org/officeDocument/2006/relationships/hyperlink" Target="https://www.youtube.com/shorts/wOvTBNDoZMI" TargetMode="External"/><Relationship Id="rId6" Type="http://schemas.openxmlformats.org/officeDocument/2006/relationships/image" Target="../media/image7.png"/><Relationship Id="rId7" Type="http://schemas.openxmlformats.org/officeDocument/2006/relationships/hyperlink" Target="https://drive.google.com/file/d/1vKS07_w6Hd2nz-QQg8CNyVdl1FwFkq2g/view" TargetMode="External"/><Relationship Id="rId8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hyperlink" Target="https://drive.google.com/file/d/10Wr2GA_QF68BL8cG3qCvCHp9AfeZagOX/view" TargetMode="External"/><Relationship Id="rId10" Type="http://schemas.openxmlformats.org/officeDocument/2006/relationships/image" Target="../media/image3.png"/><Relationship Id="rId13" Type="http://schemas.openxmlformats.org/officeDocument/2006/relationships/hyperlink" Target="http://bit.ly" TargetMode="External"/><Relationship Id="rId12" Type="http://schemas.openxmlformats.org/officeDocument/2006/relationships/image" Target="../media/image4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youtube.com/watch?v=dQw4w9WgXcQ" TargetMode="External"/><Relationship Id="rId4" Type="http://schemas.openxmlformats.org/officeDocument/2006/relationships/image" Target="../media/image6.png"/><Relationship Id="rId9" Type="http://schemas.openxmlformats.org/officeDocument/2006/relationships/hyperlink" Target="https://drive.google.com/file/d/1eAXXHOCy1XzIY62ShH62cPtpeiRtL2Dq/view" TargetMode="External"/><Relationship Id="rId15" Type="http://schemas.openxmlformats.org/officeDocument/2006/relationships/hyperlink" Target="https://www.youtube.com/watch?v=MtN1YnoL46Q" TargetMode="External"/><Relationship Id="rId14" Type="http://schemas.openxmlformats.org/officeDocument/2006/relationships/image" Target="../media/image2.png"/><Relationship Id="rId17" Type="http://schemas.openxmlformats.org/officeDocument/2006/relationships/hyperlink" Target="https://www.fairprice.com.sg/product/l-blossom-apple-broccoli-puffs-40g-13212834" TargetMode="External"/><Relationship Id="rId16" Type="http://schemas.openxmlformats.org/officeDocument/2006/relationships/image" Target="../media/image8.png"/><Relationship Id="rId5" Type="http://schemas.openxmlformats.org/officeDocument/2006/relationships/hyperlink" Target="https://www.youtube.com/shorts/wOvTBNDoZMI" TargetMode="External"/><Relationship Id="rId6" Type="http://schemas.openxmlformats.org/officeDocument/2006/relationships/image" Target="../media/image7.png"/><Relationship Id="rId18" Type="http://schemas.openxmlformats.org/officeDocument/2006/relationships/image" Target="../media/image9.png"/><Relationship Id="rId7" Type="http://schemas.openxmlformats.org/officeDocument/2006/relationships/hyperlink" Target="https://drive.google.com/file/d/1vKS07_w6Hd2nz-QQg8CNyVdl1FwFkq2g/view" TargetMode="External"/><Relationship Id="rId8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3"/>
          <p:cNvGrpSpPr/>
          <p:nvPr/>
        </p:nvGrpSpPr>
        <p:grpSpPr>
          <a:xfrm>
            <a:off x="0" y="0"/>
            <a:ext cx="2286000" cy="2560200"/>
            <a:chOff x="0" y="0"/>
            <a:chExt cx="2286000" cy="2560200"/>
          </a:xfrm>
        </p:grpSpPr>
        <p:sp>
          <p:nvSpPr>
            <p:cNvPr id="55" name="Google Shape;55;p13"/>
            <p:cNvSpPr txBox="1"/>
            <p:nvPr/>
          </p:nvSpPr>
          <p:spPr>
            <a:xfrm>
              <a:off x="0" y="274200"/>
              <a:ext cx="2286000" cy="2286000"/>
            </a:xfrm>
            <a:prstGeom prst="rect">
              <a:avLst/>
            </a:pr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****************************************</a:t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Scan this QR code with Healthy 365 app</a:t>
              </a: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By today to earn rewards! T&amp;Cs apply.</a:t>
              </a: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Want to earn Healthpoints automatically?</a:t>
              </a: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Learn how: https://go.fpg.sg/H365</a:t>
              </a: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****************************************</a:t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****************************************</a:t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Tr:0000</a:t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56" name="Google Shape;56;p13"/>
            <p:cNvSpPr txBox="1"/>
            <p:nvPr/>
          </p:nvSpPr>
          <p:spPr>
            <a:xfrm>
              <a:off x="0" y="0"/>
              <a:ext cx="22860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YouTube | </a:t>
              </a:r>
              <a:r>
                <a:rPr lang="en" sz="4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Rick Astley - Never Gonna Give You Up</a:t>
              </a:r>
              <a:endParaRPr sz="4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50" u="sng">
                  <a:solidFill>
                    <a:schemeClr val="hlink"/>
                  </a:solidFill>
                  <a:latin typeface="Roboto Mono"/>
                  <a:ea typeface="Roboto Mono"/>
                  <a:cs typeface="Roboto Mono"/>
                  <a:sym typeface="Roboto Mono"/>
                  <a:hlinkClick r:id="rId3"/>
                </a:rPr>
                <a:t>https://www.youtube.com/watch?v=dQw4w9WgXcQ</a:t>
              </a:r>
              <a:endParaRPr sz="4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pic>
          <p:nvPicPr>
            <p:cNvPr id="57" name="Google Shape;57;p1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47438" y="1104879"/>
              <a:ext cx="991126" cy="99112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8" name="Google Shape;58;p13"/>
          <p:cNvGrpSpPr/>
          <p:nvPr/>
        </p:nvGrpSpPr>
        <p:grpSpPr>
          <a:xfrm>
            <a:off x="2286000" y="0"/>
            <a:ext cx="2286000" cy="2560200"/>
            <a:chOff x="0" y="0"/>
            <a:chExt cx="2286000" cy="2560200"/>
          </a:xfrm>
        </p:grpSpPr>
        <p:sp>
          <p:nvSpPr>
            <p:cNvPr id="59" name="Google Shape;59;p13"/>
            <p:cNvSpPr txBox="1"/>
            <p:nvPr/>
          </p:nvSpPr>
          <p:spPr>
            <a:xfrm>
              <a:off x="0" y="274200"/>
              <a:ext cx="2286000" cy="2286000"/>
            </a:xfrm>
            <a:prstGeom prst="rect">
              <a:avLst/>
            </a:pr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****************************************</a:t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Scan this QR code with Healthy 365 app</a:t>
              </a: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By today to earn rewards! T&amp;Cs apply.</a:t>
              </a: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Want to earn Healthpoints automatically?</a:t>
              </a: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Learn how: https://go.fpg.sg/H365</a:t>
              </a: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****************************************</a:t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****************************************</a:t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Tr:0001</a:t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60" name="Google Shape;60;p13"/>
            <p:cNvSpPr txBox="1"/>
            <p:nvPr/>
          </p:nvSpPr>
          <p:spPr>
            <a:xfrm>
              <a:off x="0" y="0"/>
              <a:ext cx="22860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YouTube Shorts | The cutest video you'll see today 🥹 …</a:t>
              </a:r>
              <a:endParaRPr sz="4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50" u="sng">
                  <a:solidFill>
                    <a:schemeClr val="hlink"/>
                  </a:solidFill>
                  <a:latin typeface="Roboto Mono"/>
                  <a:ea typeface="Roboto Mono"/>
                  <a:cs typeface="Roboto Mono"/>
                  <a:sym typeface="Roboto Mono"/>
                  <a:hlinkClick r:id="rId5"/>
                </a:rPr>
                <a:t>https://www.youtube.com/shorts/wOvTBNDoZMI</a:t>
              </a:r>
              <a:endParaRPr sz="4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pic>
          <p:nvPicPr>
            <p:cNvPr id="61" name="Google Shape;61;p13" title="qr-code (1).png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47438" y="1097663"/>
              <a:ext cx="991126" cy="99112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2" name="Google Shape;62;p13"/>
          <p:cNvGrpSpPr/>
          <p:nvPr/>
        </p:nvGrpSpPr>
        <p:grpSpPr>
          <a:xfrm>
            <a:off x="4572000" y="0"/>
            <a:ext cx="2286000" cy="2560200"/>
            <a:chOff x="0" y="0"/>
            <a:chExt cx="2286000" cy="2560200"/>
          </a:xfrm>
        </p:grpSpPr>
        <p:sp>
          <p:nvSpPr>
            <p:cNvPr id="63" name="Google Shape;63;p13"/>
            <p:cNvSpPr txBox="1"/>
            <p:nvPr/>
          </p:nvSpPr>
          <p:spPr>
            <a:xfrm>
              <a:off x="0" y="274200"/>
              <a:ext cx="2286000" cy="2286000"/>
            </a:xfrm>
            <a:prstGeom prst="rect">
              <a:avLst/>
            </a:pr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****************************************</a:t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Scan this QR code with Healthy 365 app</a:t>
              </a: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By today to earn rewards! T&amp;Cs apply.</a:t>
              </a: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Want to earn Healthpoints automatically?</a:t>
              </a: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Learn how: https://go.fpg.sg/H365</a:t>
              </a: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****************************************</a:t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****************************************</a:t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Tr:0010</a:t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64" name="Google Shape;64;p13"/>
            <p:cNvSpPr txBox="1"/>
            <p:nvPr/>
          </p:nvSpPr>
          <p:spPr>
            <a:xfrm>
              <a:off x="0" y="0"/>
              <a:ext cx="22860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50" u="sng">
                  <a:solidFill>
                    <a:schemeClr val="hlink"/>
                  </a:solidFill>
                  <a:latin typeface="Roboto Mono"/>
                  <a:ea typeface="Roboto Mono"/>
                  <a:cs typeface="Roboto Mono"/>
                  <a:sym typeface="Roboto Mono"/>
                  <a:hlinkClick r:id="rId7"/>
                </a:rPr>
                <a:t>https://drive.google.com/file/d/1vKS07_w6Hd2nz-QQg8CNyVdl1FwFkq2g/view</a:t>
              </a:r>
              <a:r>
                <a:rPr lang="en" sz="4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(Mystery Video)</a:t>
              </a:r>
              <a:endParaRPr sz="4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pic>
          <p:nvPicPr>
            <p:cNvPr id="65" name="Google Shape;65;p13" title="qr-code (2).png"/>
            <p:cNvPicPr preferRelativeResize="0"/>
            <p:nvPr/>
          </p:nvPicPr>
          <p:blipFill rotWithShape="1">
            <a:blip r:embed="rId8">
              <a:alphaModFix/>
            </a:blip>
            <a:srcRect b="-1940" l="0" r="0" t="1940"/>
            <a:stretch/>
          </p:blipFill>
          <p:spPr>
            <a:xfrm>
              <a:off x="647438" y="1131337"/>
              <a:ext cx="991126" cy="99112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6" name="Google Shape;66;p13"/>
          <p:cNvGrpSpPr/>
          <p:nvPr/>
        </p:nvGrpSpPr>
        <p:grpSpPr>
          <a:xfrm>
            <a:off x="6858000" y="0"/>
            <a:ext cx="2286000" cy="2560200"/>
            <a:chOff x="0" y="0"/>
            <a:chExt cx="2286000" cy="2560200"/>
          </a:xfrm>
        </p:grpSpPr>
        <p:sp>
          <p:nvSpPr>
            <p:cNvPr id="67" name="Google Shape;67;p13"/>
            <p:cNvSpPr txBox="1"/>
            <p:nvPr/>
          </p:nvSpPr>
          <p:spPr>
            <a:xfrm>
              <a:off x="0" y="274200"/>
              <a:ext cx="2286000" cy="2286000"/>
            </a:xfrm>
            <a:prstGeom prst="rect">
              <a:avLst/>
            </a:pr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****************************************</a:t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Scan this QR code with Healthy 365 app</a:t>
              </a: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By today to earn rewards! T&amp;Cs apply.</a:t>
              </a: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Want to earn Healthpoints automatically?</a:t>
              </a: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Learn how: https://go.fpg.sg/H365</a:t>
              </a: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****************************************</a:t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****************************************</a:t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Tr:0011</a:t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68" name="Google Shape;68;p13"/>
            <p:cNvSpPr txBox="1"/>
            <p:nvPr/>
          </p:nvSpPr>
          <p:spPr>
            <a:xfrm>
              <a:off x="0" y="0"/>
              <a:ext cx="22860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4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Easter Egg: Did you notice the QR code in the intro video?</a:t>
              </a:r>
              <a:endParaRPr sz="4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pic>
          <p:nvPicPr>
            <p:cNvPr id="69" name="Google Shape;69;p13" title="qrcode (1).png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621788" y="1066427"/>
              <a:ext cx="1042415" cy="104241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0" name="Google Shape;70;p13"/>
          <p:cNvGrpSpPr/>
          <p:nvPr/>
        </p:nvGrpSpPr>
        <p:grpSpPr>
          <a:xfrm>
            <a:off x="6858000" y="2556750"/>
            <a:ext cx="2286000" cy="2560200"/>
            <a:chOff x="0" y="274200"/>
            <a:chExt cx="2286000" cy="2560200"/>
          </a:xfrm>
        </p:grpSpPr>
        <p:sp>
          <p:nvSpPr>
            <p:cNvPr id="71" name="Google Shape;71;p13"/>
            <p:cNvSpPr txBox="1"/>
            <p:nvPr/>
          </p:nvSpPr>
          <p:spPr>
            <a:xfrm>
              <a:off x="0" y="274200"/>
              <a:ext cx="2286000" cy="2286000"/>
            </a:xfrm>
            <a:prstGeom prst="rect">
              <a:avLst/>
            </a:pr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****************************************</a:t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Scan this QR code with Healthy 365 app</a:t>
              </a: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By today to earn rewards! T&amp;Cs apply.</a:t>
              </a: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Want to earn Healthpoints automatically?</a:t>
              </a: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Learn how: https://go.fpg.sg/H365</a:t>
              </a: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****************************************</a:t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****************************************</a:t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Tr:0111</a:t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72" name="Google Shape;72;p13"/>
            <p:cNvSpPr txBox="1"/>
            <p:nvPr/>
          </p:nvSpPr>
          <p:spPr>
            <a:xfrm>
              <a:off x="0" y="2560200"/>
              <a:ext cx="22860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Easter Egg: What are the transaction numbers representing?</a:t>
              </a:r>
              <a:endParaRPr sz="4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pic>
          <p:nvPicPr>
            <p:cNvPr id="73" name="Google Shape;73;p13" title="qrcode.png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621750" y="1068504"/>
              <a:ext cx="1042500" cy="1042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4" name="Google Shape;74;p13"/>
          <p:cNvGrpSpPr/>
          <p:nvPr/>
        </p:nvGrpSpPr>
        <p:grpSpPr>
          <a:xfrm>
            <a:off x="4572000" y="2560200"/>
            <a:ext cx="2286000" cy="2571750"/>
            <a:chOff x="0" y="262650"/>
            <a:chExt cx="2286000" cy="2571750"/>
          </a:xfrm>
        </p:grpSpPr>
        <p:sp>
          <p:nvSpPr>
            <p:cNvPr id="75" name="Google Shape;75;p13"/>
            <p:cNvSpPr txBox="1"/>
            <p:nvPr/>
          </p:nvSpPr>
          <p:spPr>
            <a:xfrm>
              <a:off x="0" y="262650"/>
              <a:ext cx="2286000" cy="2286000"/>
            </a:xfrm>
            <a:prstGeom prst="rect">
              <a:avLst/>
            </a:pr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****************************************</a:t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Scan this QR code with Healthy 365 app</a:t>
              </a: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By today to earn rewards! T&amp;Cs apply.</a:t>
              </a: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Want to earn Healthpoints automatically?</a:t>
              </a: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Learn how: https://go.fpg.sg/H365</a:t>
              </a: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****************************************</a:t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****************************************</a:t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Tr:0110</a:t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76" name="Google Shape;76;p13"/>
            <p:cNvSpPr txBox="1"/>
            <p:nvPr/>
          </p:nvSpPr>
          <p:spPr>
            <a:xfrm>
              <a:off x="0" y="2560200"/>
              <a:ext cx="22860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Hourglass Realm Portal</a:t>
              </a:r>
              <a:endParaRPr sz="4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50" u="sng">
                  <a:solidFill>
                    <a:schemeClr val="hlink"/>
                  </a:solidFill>
                  <a:latin typeface="Roboto Mono"/>
                  <a:ea typeface="Roboto Mono"/>
                  <a:cs typeface="Roboto Mono"/>
                  <a:sym typeface="Roboto Mono"/>
                  <a:hlinkClick r:id="rId11"/>
                </a:rPr>
                <a:t>https://bit.ly/er001-hourglass-realm</a:t>
              </a:r>
              <a:endParaRPr sz="4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pic>
          <p:nvPicPr>
            <p:cNvPr id="77" name="Google Shape;77;p13" title="qr-code (2).png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647438" y="1097379"/>
              <a:ext cx="991126" cy="99112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8" name="Google Shape;78;p13"/>
          <p:cNvGrpSpPr/>
          <p:nvPr/>
        </p:nvGrpSpPr>
        <p:grpSpPr>
          <a:xfrm>
            <a:off x="2286000" y="2560320"/>
            <a:ext cx="2286000" cy="2569344"/>
            <a:chOff x="0" y="292770"/>
            <a:chExt cx="2286000" cy="2569344"/>
          </a:xfrm>
        </p:grpSpPr>
        <p:sp>
          <p:nvSpPr>
            <p:cNvPr id="79" name="Google Shape;79;p13"/>
            <p:cNvSpPr txBox="1"/>
            <p:nvPr/>
          </p:nvSpPr>
          <p:spPr>
            <a:xfrm>
              <a:off x="0" y="292770"/>
              <a:ext cx="2286000" cy="2286000"/>
            </a:xfrm>
            <a:prstGeom prst="rect">
              <a:avLst/>
            </a:pr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****************************************</a:t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Scan this QR code with Healthy 365 app</a:t>
              </a: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By today to earn rewards! T&amp;Cs apply.</a:t>
              </a: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Want to earn Healthpoints automatically?</a:t>
              </a: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Learn how: https://go.fpg.sg/H365</a:t>
              </a: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****************************************</a:t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****************************************</a:t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Tr:0101</a:t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80" name="Google Shape;80;p13"/>
            <p:cNvSpPr txBox="1"/>
            <p:nvPr/>
          </p:nvSpPr>
          <p:spPr>
            <a:xfrm>
              <a:off x="0" y="2587914"/>
              <a:ext cx="22860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YouTube | The Duck Song</a:t>
              </a:r>
              <a:endParaRPr sz="4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50" u="sng">
                  <a:solidFill>
                    <a:schemeClr val="hlink"/>
                  </a:solidFill>
                  <a:latin typeface="Roboto Mono"/>
                  <a:ea typeface="Roboto Mono"/>
                  <a:cs typeface="Roboto Mono"/>
                  <a:sym typeface="Roboto Mono"/>
                  <a:hlinkClick r:id="rId13"/>
                </a:rPr>
                <a:t>https://www.youtube.com/watch?v=MtN1YnoL46Q</a:t>
              </a:r>
              <a:endParaRPr sz="4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pic>
          <p:nvPicPr>
            <p:cNvPr id="81" name="Google Shape;81;p13" title="qr-code.png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647438" y="1128264"/>
              <a:ext cx="991126" cy="99112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2" name="Google Shape;82;p13"/>
          <p:cNvGrpSpPr/>
          <p:nvPr/>
        </p:nvGrpSpPr>
        <p:grpSpPr>
          <a:xfrm>
            <a:off x="0" y="2560320"/>
            <a:ext cx="2286000" cy="2571750"/>
            <a:chOff x="0" y="262650"/>
            <a:chExt cx="2286000" cy="2571750"/>
          </a:xfrm>
        </p:grpSpPr>
        <p:sp>
          <p:nvSpPr>
            <p:cNvPr id="83" name="Google Shape;83;p13"/>
            <p:cNvSpPr txBox="1"/>
            <p:nvPr/>
          </p:nvSpPr>
          <p:spPr>
            <a:xfrm>
              <a:off x="0" y="262650"/>
              <a:ext cx="2286000" cy="2286000"/>
            </a:xfrm>
            <a:prstGeom prst="rect">
              <a:avLst/>
            </a:pr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****************************************</a:t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Scan this QR code with Healthy 365 app</a:t>
              </a: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By today to earn rewards! T&amp;Cs apply.</a:t>
              </a: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Want to earn Healthpoints automatically?</a:t>
              </a: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Learn how: https://go.fpg.sg/H365</a:t>
              </a: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****************************************</a:t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****************************************</a:t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Tr:0100</a:t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84" name="Google Shape;84;p13"/>
            <p:cNvSpPr txBox="1"/>
            <p:nvPr/>
          </p:nvSpPr>
          <p:spPr>
            <a:xfrm>
              <a:off x="0" y="2560200"/>
              <a:ext cx="22860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50" u="sng">
                  <a:solidFill>
                    <a:schemeClr val="hlink"/>
                  </a:solidFill>
                  <a:latin typeface="Roboto Mono"/>
                  <a:ea typeface="Roboto Mono"/>
                  <a:cs typeface="Roboto Mono"/>
                  <a:sym typeface="Roboto Mono"/>
                  <a:hlinkClick r:id="rId15"/>
                </a:rPr>
                <a:t>https://www.fairprice.com.sg/product/l-blossom-apple-broccoli-puffs-40g-13212834</a:t>
              </a:r>
              <a:r>
                <a:rPr lang="en" sz="4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(Baby Food)</a:t>
              </a:r>
              <a:endParaRPr sz="4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pic>
          <p:nvPicPr>
            <p:cNvPr id="85" name="Google Shape;85;p13" title="qr-code.png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647438" y="1104879"/>
              <a:ext cx="991126" cy="99112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oogle Shape;90;p14"/>
          <p:cNvGrpSpPr/>
          <p:nvPr/>
        </p:nvGrpSpPr>
        <p:grpSpPr>
          <a:xfrm>
            <a:off x="0" y="0"/>
            <a:ext cx="2286000" cy="2560200"/>
            <a:chOff x="0" y="0"/>
            <a:chExt cx="2286000" cy="2560200"/>
          </a:xfrm>
        </p:grpSpPr>
        <p:sp>
          <p:nvSpPr>
            <p:cNvPr id="91" name="Google Shape;91;p14"/>
            <p:cNvSpPr txBox="1"/>
            <p:nvPr/>
          </p:nvSpPr>
          <p:spPr>
            <a:xfrm>
              <a:off x="0" y="274200"/>
              <a:ext cx="2286000" cy="2286000"/>
            </a:xfrm>
            <a:prstGeom prst="rect">
              <a:avLst/>
            </a:pr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****************************************</a:t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Scan this QR code with Healthy 365 app</a:t>
              </a: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By today to earn rewards! T&amp;Cs apply.</a:t>
              </a: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Want to earn Healthpoints automatically?</a:t>
              </a: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Learn how: https://go.fpg.sg/H365</a:t>
              </a: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****************************************</a:t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****************************************</a:t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Tr:1000</a:t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92" name="Google Shape;92;p14"/>
            <p:cNvSpPr txBox="1"/>
            <p:nvPr/>
          </p:nvSpPr>
          <p:spPr>
            <a:xfrm>
              <a:off x="0" y="0"/>
              <a:ext cx="22860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YouTube | Rick Astley - Never Gonna Give You Up</a:t>
              </a:r>
              <a:endParaRPr sz="4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50" u="sng">
                  <a:solidFill>
                    <a:schemeClr val="hlink"/>
                  </a:solidFill>
                  <a:latin typeface="Roboto Mono"/>
                  <a:ea typeface="Roboto Mono"/>
                  <a:cs typeface="Roboto Mono"/>
                  <a:sym typeface="Roboto Mono"/>
                  <a:hlinkClick r:id="rId3"/>
                </a:rPr>
                <a:t>https://www.youtube.com/watch?v=dQw4w9WgXcQ</a:t>
              </a:r>
              <a:endParaRPr sz="4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pic>
          <p:nvPicPr>
            <p:cNvPr id="93" name="Google Shape;93;p1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47438" y="1104879"/>
              <a:ext cx="991126" cy="99112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4" name="Google Shape;94;p14"/>
          <p:cNvGrpSpPr/>
          <p:nvPr/>
        </p:nvGrpSpPr>
        <p:grpSpPr>
          <a:xfrm>
            <a:off x="2286000" y="0"/>
            <a:ext cx="2286000" cy="2560200"/>
            <a:chOff x="0" y="0"/>
            <a:chExt cx="2286000" cy="2560200"/>
          </a:xfrm>
        </p:grpSpPr>
        <p:sp>
          <p:nvSpPr>
            <p:cNvPr id="95" name="Google Shape;95;p14"/>
            <p:cNvSpPr txBox="1"/>
            <p:nvPr/>
          </p:nvSpPr>
          <p:spPr>
            <a:xfrm>
              <a:off x="0" y="274200"/>
              <a:ext cx="2286000" cy="2286000"/>
            </a:xfrm>
            <a:prstGeom prst="rect">
              <a:avLst/>
            </a:pr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****************************************</a:t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Scan this QR code with Healthy 365 app</a:t>
              </a: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By today to earn rewards! T&amp;Cs apply.</a:t>
              </a: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Want to earn Healthpoints automatically?</a:t>
              </a: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Learn how: https://go.fpg.sg/H365</a:t>
              </a: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****************************************</a:t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****************************************</a:t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Tr:1001</a:t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96" name="Google Shape;96;p14"/>
            <p:cNvSpPr txBox="1"/>
            <p:nvPr/>
          </p:nvSpPr>
          <p:spPr>
            <a:xfrm>
              <a:off x="0" y="0"/>
              <a:ext cx="22860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YouTube Shorts | The cutest video you'll see today 🥹 …</a:t>
              </a:r>
              <a:endParaRPr sz="4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50" u="sng">
                  <a:solidFill>
                    <a:schemeClr val="hlink"/>
                  </a:solidFill>
                  <a:latin typeface="Roboto Mono"/>
                  <a:ea typeface="Roboto Mono"/>
                  <a:cs typeface="Roboto Mono"/>
                  <a:sym typeface="Roboto Mono"/>
                  <a:hlinkClick r:id="rId5"/>
                </a:rPr>
                <a:t>https://www.youtube.com/shorts/wOvTBNDoZMI</a:t>
              </a:r>
              <a:endParaRPr sz="4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pic>
          <p:nvPicPr>
            <p:cNvPr id="97" name="Google Shape;97;p14" title="qr-code (1).png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47438" y="1097663"/>
              <a:ext cx="991126" cy="99112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8" name="Google Shape;98;p14"/>
          <p:cNvGrpSpPr/>
          <p:nvPr/>
        </p:nvGrpSpPr>
        <p:grpSpPr>
          <a:xfrm>
            <a:off x="4572000" y="0"/>
            <a:ext cx="2286000" cy="2560200"/>
            <a:chOff x="0" y="0"/>
            <a:chExt cx="2286000" cy="2560200"/>
          </a:xfrm>
        </p:grpSpPr>
        <p:sp>
          <p:nvSpPr>
            <p:cNvPr id="99" name="Google Shape;99;p14"/>
            <p:cNvSpPr txBox="1"/>
            <p:nvPr/>
          </p:nvSpPr>
          <p:spPr>
            <a:xfrm>
              <a:off x="0" y="274200"/>
              <a:ext cx="2286000" cy="2286000"/>
            </a:xfrm>
            <a:prstGeom prst="rect">
              <a:avLst/>
            </a:pr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****************************************</a:t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Scan this QR code with Healthy 365 app</a:t>
              </a: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By today to earn rewards! T&amp;Cs apply.</a:t>
              </a: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Want to earn Healthpoints automatically?</a:t>
              </a: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Learn how: https://go.fpg.sg/H365</a:t>
              </a: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****************************************</a:t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****************************************</a:t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Tr:1010</a:t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00" name="Google Shape;100;p14"/>
            <p:cNvSpPr txBox="1"/>
            <p:nvPr/>
          </p:nvSpPr>
          <p:spPr>
            <a:xfrm>
              <a:off x="0" y="0"/>
              <a:ext cx="22860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50" u="sng">
                  <a:solidFill>
                    <a:schemeClr val="hlink"/>
                  </a:solidFill>
                  <a:latin typeface="Roboto Mono"/>
                  <a:ea typeface="Roboto Mono"/>
                  <a:cs typeface="Roboto Mono"/>
                  <a:sym typeface="Roboto Mono"/>
                  <a:hlinkClick r:id="rId7"/>
                </a:rPr>
                <a:t>https://drive.google.com/file/d/1vKS07_w6Hd2nz-QQg8CNyVdl1FwFkq2g/view</a:t>
              </a:r>
              <a:r>
                <a:rPr lang="en" sz="4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(Mystery Video - Lovell Birthday 2023)</a:t>
              </a:r>
              <a:endParaRPr sz="4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pic>
          <p:nvPicPr>
            <p:cNvPr id="101" name="Google Shape;101;p14" title="qr-code (2).png"/>
            <p:cNvPicPr preferRelativeResize="0"/>
            <p:nvPr/>
          </p:nvPicPr>
          <p:blipFill rotWithShape="1">
            <a:blip r:embed="rId8">
              <a:alphaModFix/>
            </a:blip>
            <a:srcRect b="-1940" l="0" r="0" t="1940"/>
            <a:stretch/>
          </p:blipFill>
          <p:spPr>
            <a:xfrm>
              <a:off x="647438" y="1131337"/>
              <a:ext cx="991126" cy="99112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2" name="Google Shape;102;p14"/>
          <p:cNvGrpSpPr/>
          <p:nvPr/>
        </p:nvGrpSpPr>
        <p:grpSpPr>
          <a:xfrm>
            <a:off x="6858000" y="6615"/>
            <a:ext cx="2286000" cy="2560200"/>
            <a:chOff x="0" y="0"/>
            <a:chExt cx="2286000" cy="2560200"/>
          </a:xfrm>
        </p:grpSpPr>
        <p:sp>
          <p:nvSpPr>
            <p:cNvPr id="103" name="Google Shape;103;p14"/>
            <p:cNvSpPr txBox="1"/>
            <p:nvPr/>
          </p:nvSpPr>
          <p:spPr>
            <a:xfrm>
              <a:off x="0" y="274200"/>
              <a:ext cx="2286000" cy="2286000"/>
            </a:xfrm>
            <a:prstGeom prst="rect">
              <a:avLst/>
            </a:pr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****************************************</a:t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Scan this QR code with Healthy 365 app</a:t>
              </a: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By today to earn rewards! T&amp;Cs apply.</a:t>
              </a: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Want to earn Healthpoints automatically?</a:t>
              </a: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Learn how: https://go.fpg.sg/H365</a:t>
              </a: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****************************************</a:t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****************************************</a:t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Tr:1011</a:t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04" name="Google Shape;104;p14"/>
            <p:cNvSpPr txBox="1"/>
            <p:nvPr/>
          </p:nvSpPr>
          <p:spPr>
            <a:xfrm>
              <a:off x="0" y="0"/>
              <a:ext cx="22860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50" u="sng">
                  <a:solidFill>
                    <a:schemeClr val="hlink"/>
                  </a:solidFill>
                  <a:latin typeface="Roboto Mono"/>
                  <a:ea typeface="Roboto Mono"/>
                  <a:cs typeface="Roboto Mono"/>
                  <a:sym typeface="Roboto Mono"/>
                  <a:hlinkClick r:id="rId9"/>
                </a:rPr>
                <a:t>https://drive.google.com/file/d/1eAXXHOCy1XzIY62ShH62cPtpeiRtL2Dq/view</a:t>
              </a:r>
              <a:r>
                <a:rPr lang="en" sz="4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(Morse Code Translator)</a:t>
              </a:r>
              <a:endParaRPr sz="4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pic>
          <p:nvPicPr>
            <p:cNvPr id="105" name="Google Shape;105;p14" title="qr-code (2).png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649213" y="1108336"/>
              <a:ext cx="987553" cy="98755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6" name="Google Shape;106;p14"/>
          <p:cNvGrpSpPr/>
          <p:nvPr/>
        </p:nvGrpSpPr>
        <p:grpSpPr>
          <a:xfrm>
            <a:off x="6858000" y="2556750"/>
            <a:ext cx="2286000" cy="2560200"/>
            <a:chOff x="0" y="274200"/>
            <a:chExt cx="2286000" cy="2560200"/>
          </a:xfrm>
        </p:grpSpPr>
        <p:sp>
          <p:nvSpPr>
            <p:cNvPr id="107" name="Google Shape;107;p14"/>
            <p:cNvSpPr txBox="1"/>
            <p:nvPr/>
          </p:nvSpPr>
          <p:spPr>
            <a:xfrm>
              <a:off x="0" y="274200"/>
              <a:ext cx="2286000" cy="2286000"/>
            </a:xfrm>
            <a:prstGeom prst="rect">
              <a:avLst/>
            </a:pr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****************************************</a:t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Scan this QR code with Healthy 365 app</a:t>
              </a: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By today to earn rewards! T&amp;Cs apply.</a:t>
              </a: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Want to earn Healthpoints automatically?</a:t>
              </a: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Learn how: https://go.fpg.sg/H365</a:t>
              </a: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****************************************</a:t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****************************************</a:t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Tr:1111</a:t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08" name="Google Shape;108;p14"/>
            <p:cNvSpPr txBox="1"/>
            <p:nvPr/>
          </p:nvSpPr>
          <p:spPr>
            <a:xfrm>
              <a:off x="0" y="2560200"/>
              <a:ext cx="22860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50" u="sng">
                  <a:solidFill>
                    <a:schemeClr val="hlink"/>
                  </a:solidFill>
                  <a:latin typeface="Roboto Mono"/>
                  <a:ea typeface="Roboto Mono"/>
                  <a:cs typeface="Roboto Mono"/>
                  <a:sym typeface="Roboto Mono"/>
                  <a:hlinkClick r:id="rId11"/>
                </a:rPr>
                <a:t>https://drive.google.com/file/d/10Wr2GA_QF68BL8cG3qCvCHp9AfeZagOX/view</a:t>
              </a:r>
              <a:r>
                <a:rPr lang="en" sz="4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(Mystery Sound - Morse Code)</a:t>
              </a:r>
              <a:endParaRPr sz="4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pic>
          <p:nvPicPr>
            <p:cNvPr id="109" name="Google Shape;109;p14" title="qr-code.png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649225" y="1125025"/>
              <a:ext cx="987553" cy="98755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0" name="Google Shape;110;p14"/>
          <p:cNvGrpSpPr/>
          <p:nvPr/>
        </p:nvGrpSpPr>
        <p:grpSpPr>
          <a:xfrm>
            <a:off x="4572000" y="2560200"/>
            <a:ext cx="2286000" cy="2571750"/>
            <a:chOff x="0" y="262650"/>
            <a:chExt cx="2286000" cy="2571750"/>
          </a:xfrm>
        </p:grpSpPr>
        <p:sp>
          <p:nvSpPr>
            <p:cNvPr id="111" name="Google Shape;111;p14"/>
            <p:cNvSpPr txBox="1"/>
            <p:nvPr/>
          </p:nvSpPr>
          <p:spPr>
            <a:xfrm>
              <a:off x="0" y="262650"/>
              <a:ext cx="2286000" cy="2286000"/>
            </a:xfrm>
            <a:prstGeom prst="rect">
              <a:avLst/>
            </a:pr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****************************************</a:t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Scan this QR code with Healthy 365 app</a:t>
              </a: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By today to earn rewards! T&amp;Cs apply.</a:t>
              </a: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Want to earn Healthpoints automatically?</a:t>
              </a: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Learn how: https://go.fpg.sg/H365</a:t>
              </a: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****************************************</a:t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****************************************</a:t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Tr:1110</a:t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12" name="Google Shape;112;p14"/>
            <p:cNvSpPr txBox="1"/>
            <p:nvPr/>
          </p:nvSpPr>
          <p:spPr>
            <a:xfrm>
              <a:off x="0" y="2560200"/>
              <a:ext cx="22860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The URL shortener </a:t>
              </a:r>
              <a:r>
                <a:rPr lang="en" sz="450" u="sng">
                  <a:solidFill>
                    <a:schemeClr val="hlink"/>
                  </a:solidFill>
                  <a:latin typeface="Roboto Mono"/>
                  <a:ea typeface="Roboto Mono"/>
                  <a:cs typeface="Roboto Mono"/>
                  <a:sym typeface="Roboto Mono"/>
                  <a:hlinkClick r:id="rId13"/>
                </a:rPr>
                <a:t>bit.ly</a:t>
              </a:r>
              <a:r>
                <a:rPr lang="en" sz="4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helps keep things neat!</a:t>
              </a:r>
              <a:endParaRPr sz="4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pic>
          <p:nvPicPr>
            <p:cNvPr id="113" name="Google Shape;113;p14" title="qrcode.png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594363" y="1046318"/>
              <a:ext cx="1097280" cy="109728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4" name="Google Shape;114;p14"/>
          <p:cNvGrpSpPr/>
          <p:nvPr/>
        </p:nvGrpSpPr>
        <p:grpSpPr>
          <a:xfrm>
            <a:off x="2286000" y="2560320"/>
            <a:ext cx="2286000" cy="2569344"/>
            <a:chOff x="0" y="292770"/>
            <a:chExt cx="2286000" cy="2569344"/>
          </a:xfrm>
        </p:grpSpPr>
        <p:sp>
          <p:nvSpPr>
            <p:cNvPr id="115" name="Google Shape;115;p14"/>
            <p:cNvSpPr txBox="1"/>
            <p:nvPr/>
          </p:nvSpPr>
          <p:spPr>
            <a:xfrm>
              <a:off x="0" y="292770"/>
              <a:ext cx="2286000" cy="2286000"/>
            </a:xfrm>
            <a:prstGeom prst="rect">
              <a:avLst/>
            </a:pr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****************************************</a:t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Scan this QR code with Healthy 365 app</a:t>
              </a: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By today to earn rewards! T&amp;Cs apply.</a:t>
              </a: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Want to earn Healthpoints automatically?</a:t>
              </a: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Learn how: https://go.fpg.sg/H365</a:t>
              </a: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****************************************</a:t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****************************************</a:t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Tr:1101</a:t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16" name="Google Shape;116;p14"/>
            <p:cNvSpPr txBox="1"/>
            <p:nvPr/>
          </p:nvSpPr>
          <p:spPr>
            <a:xfrm>
              <a:off x="0" y="2587914"/>
              <a:ext cx="22860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YouTube | The Duck Song</a:t>
              </a:r>
              <a:endParaRPr sz="4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50" u="sng">
                  <a:solidFill>
                    <a:schemeClr val="hlink"/>
                  </a:solidFill>
                  <a:latin typeface="Roboto Mono"/>
                  <a:ea typeface="Roboto Mono"/>
                  <a:cs typeface="Roboto Mono"/>
                  <a:sym typeface="Roboto Mono"/>
                  <a:hlinkClick r:id="rId15"/>
                </a:rPr>
                <a:t>https://www.youtube.com/watch?v=MtN1YnoL46Q</a:t>
              </a:r>
              <a:endParaRPr sz="4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pic>
          <p:nvPicPr>
            <p:cNvPr id="117" name="Google Shape;117;p14" title="qr-code.png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647438" y="1128264"/>
              <a:ext cx="991126" cy="99112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8" name="Google Shape;118;p14"/>
          <p:cNvGrpSpPr/>
          <p:nvPr/>
        </p:nvGrpSpPr>
        <p:grpSpPr>
          <a:xfrm>
            <a:off x="0" y="2560320"/>
            <a:ext cx="2286000" cy="2571750"/>
            <a:chOff x="0" y="262650"/>
            <a:chExt cx="2286000" cy="2571750"/>
          </a:xfrm>
        </p:grpSpPr>
        <p:sp>
          <p:nvSpPr>
            <p:cNvPr id="119" name="Google Shape;119;p14"/>
            <p:cNvSpPr txBox="1"/>
            <p:nvPr/>
          </p:nvSpPr>
          <p:spPr>
            <a:xfrm>
              <a:off x="0" y="262650"/>
              <a:ext cx="2286000" cy="2286000"/>
            </a:xfrm>
            <a:prstGeom prst="rect">
              <a:avLst/>
            </a:pr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****************************************</a:t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Scan this QR code with Healthy 365 app</a:t>
              </a: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By today to earn rewards! T&amp;Cs apply.</a:t>
              </a: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Want to earn Healthpoints automatically?</a:t>
              </a: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Learn how: https://go.fpg.sg/H365</a:t>
              </a: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****************************************</a:t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b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</a:b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****************************************</a:t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Tr:1100</a:t>
              </a:r>
              <a:endParaRPr sz="6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20" name="Google Shape;120;p14"/>
            <p:cNvSpPr txBox="1"/>
            <p:nvPr/>
          </p:nvSpPr>
          <p:spPr>
            <a:xfrm>
              <a:off x="0" y="2560200"/>
              <a:ext cx="22860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50" u="sng">
                  <a:solidFill>
                    <a:schemeClr val="hlink"/>
                  </a:solidFill>
                  <a:latin typeface="Roboto Mono"/>
                  <a:ea typeface="Roboto Mono"/>
                  <a:cs typeface="Roboto Mono"/>
                  <a:sym typeface="Roboto Mono"/>
                  <a:hlinkClick r:id="rId17"/>
                </a:rPr>
                <a:t>https://www.fairprice.com.sg/product/l-blossom-apple-broccoli-puffs-40g-13212834</a:t>
              </a:r>
              <a:r>
                <a:rPr lang="en" sz="450">
                  <a:solidFill>
                    <a:schemeClr val="dk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(Baby Food)</a:t>
              </a:r>
              <a:endParaRPr sz="45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pic>
          <p:nvPicPr>
            <p:cNvPr id="121" name="Google Shape;121;p14" title="qr-code.png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647438" y="1104879"/>
              <a:ext cx="991126" cy="99112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