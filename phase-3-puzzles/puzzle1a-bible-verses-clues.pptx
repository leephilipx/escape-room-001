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oboto-boldItalic.fntdata"/><Relationship Id="rId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10" Type="http://schemas.openxmlformats.org/officeDocument/2006/relationships/image" Target="../media/image8.png"/><Relationship Id="rId9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551" y="11430"/>
            <a:ext cx="9144551" cy="5120640"/>
            <a:chOff x="-551" y="11430"/>
            <a:chExt cx="9144551" cy="5120640"/>
          </a:xfrm>
        </p:grpSpPr>
        <p:pic>
          <p:nvPicPr>
            <p:cNvPr id="55" name="Google Shape;55;p13"/>
            <p:cNvPicPr preferRelativeResize="0"/>
            <p:nvPr/>
          </p:nvPicPr>
          <p:blipFill>
            <a:blip r:embed="rId3">
              <a:alphaModFix amt="15000"/>
            </a:blip>
            <a:stretch>
              <a:fillRect/>
            </a:stretch>
          </p:blipFill>
          <p:spPr>
            <a:xfrm>
              <a:off x="-539" y="11430"/>
              <a:ext cx="3043825" cy="5120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3"/>
            <p:cNvPicPr preferRelativeResize="0"/>
            <p:nvPr/>
          </p:nvPicPr>
          <p:blipFill>
            <a:blip r:embed="rId4">
              <a:alphaModFix amt="10000"/>
            </a:blip>
            <a:stretch>
              <a:fillRect/>
            </a:stretch>
          </p:blipFill>
          <p:spPr>
            <a:xfrm rot="5400000">
              <a:off x="5061523" y="1048954"/>
              <a:ext cx="5120001" cy="30449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3"/>
            <p:cNvPicPr preferRelativeResize="0"/>
            <p:nvPr/>
          </p:nvPicPr>
          <p:blipFill>
            <a:blip r:embed="rId5">
              <a:alphaModFix amt="25000"/>
            </a:blip>
            <a:stretch>
              <a:fillRect/>
            </a:stretch>
          </p:blipFill>
          <p:spPr>
            <a:xfrm>
              <a:off x="3044952" y="11430"/>
              <a:ext cx="3044952" cy="5120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3"/>
            <p:cNvSpPr txBox="1"/>
            <p:nvPr/>
          </p:nvSpPr>
          <p:spPr>
            <a:xfrm>
              <a:off x="-551" y="3760470"/>
              <a:ext cx="3045000" cy="12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Matthew </a:t>
              </a:r>
              <a:r>
                <a:rPr b="1" lang="en" sz="900" u="sng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r>
                <a:rPr b="1"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:19-21</a:t>
              </a:r>
              <a:endParaRPr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19 </a:t>
              </a:r>
              <a:r>
                <a:rPr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“Do not store up for yourselves treasures on earth, where moths and vermin destroy, and where thieves break in and steal. </a:t>
              </a:r>
              <a:r>
                <a:rPr b="1"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20 </a:t>
              </a:r>
              <a:r>
                <a:rPr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But store up for yourselves treasures in heaven, where moths and vermin do not destroy, and where thieves do not break in and steal. </a:t>
              </a:r>
              <a:r>
                <a:rPr b="1"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21 </a:t>
              </a:r>
              <a:r>
                <a:rPr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For where your treasure is, there your heart will be also.</a:t>
              </a:r>
              <a:endParaRPr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3044401" y="3760470"/>
              <a:ext cx="3045000" cy="10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John </a:t>
              </a:r>
              <a:r>
                <a:rPr b="1" lang="en" sz="900" u="sng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r>
                <a:rPr b="1"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:13-14</a:t>
              </a:r>
              <a:endParaRPr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13 </a:t>
              </a:r>
              <a:r>
                <a:rPr lang="en" sz="900">
                  <a:solidFill>
                    <a:schemeClr val="dk1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Jesus answered, “Everyone who drinks this water will be thirsty again, </a:t>
              </a:r>
              <a:r>
                <a:rPr b="1" lang="en" sz="900">
                  <a:solidFill>
                    <a:schemeClr val="dk1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14 </a:t>
              </a:r>
              <a:r>
                <a:rPr lang="en" sz="900">
                  <a:solidFill>
                    <a:schemeClr val="dk1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but whoever drinks the water I give them will never thirst. Indeed, the water I give them will become in them a spring of water welling up to eternal life.”</a:t>
              </a:r>
              <a:endParaRPr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" name="Google Shape;60;p13"/>
            <p:cNvSpPr txBox="1"/>
            <p:nvPr/>
          </p:nvSpPr>
          <p:spPr>
            <a:xfrm>
              <a:off x="6098497" y="3760470"/>
              <a:ext cx="3045000" cy="13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 John </a:t>
              </a:r>
              <a:r>
                <a:rPr b="1" lang="en" sz="900" u="sng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r>
                <a:rPr b="1"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:15-18</a:t>
              </a:r>
              <a:endParaRPr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15 </a:t>
              </a:r>
              <a:r>
                <a:rPr lang="en" sz="900">
                  <a:solidFill>
                    <a:schemeClr val="dk1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Do not love the world or anything in the world. If anyone loves the world, love for the Father is not in them. </a:t>
              </a:r>
              <a:r>
                <a:rPr b="1" lang="en" sz="900">
                  <a:solidFill>
                    <a:schemeClr val="dk1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16 </a:t>
              </a:r>
              <a:r>
                <a:rPr lang="en" sz="900">
                  <a:solidFill>
                    <a:schemeClr val="dk1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For everything in the world—the lust of the flesh, the lust of the eyes, and the pride of life—comes not from the Father but from the world. </a:t>
              </a:r>
              <a:r>
                <a:rPr b="1" lang="en" sz="900">
                  <a:solidFill>
                    <a:schemeClr val="dk1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17 </a:t>
              </a:r>
              <a:r>
                <a:rPr lang="en" sz="900">
                  <a:solidFill>
                    <a:schemeClr val="dk1"/>
                  </a:solidFill>
                  <a:highlight>
                    <a:srgbClr val="FFFFFF"/>
                  </a:highlight>
                  <a:latin typeface="Roboto"/>
                  <a:ea typeface="Roboto"/>
                  <a:cs typeface="Roboto"/>
                  <a:sym typeface="Roboto"/>
                </a:rPr>
                <a:t>The world and its desires pass away, but whoever does the will of God lives forever.</a:t>
              </a:r>
              <a:endParaRPr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61" name="Google Shape;6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9325" y="245625"/>
            <a:ext cx="1274600" cy="97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7025" y="1637450"/>
            <a:ext cx="765575" cy="76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23962" y="452938"/>
            <a:ext cx="900925" cy="9009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834375" y="2874988"/>
            <a:ext cx="11445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Vermin</a:t>
            </a:r>
            <a:endParaRPr sz="18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60350" y="1530538"/>
            <a:ext cx="1471415" cy="97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233888" y="1569375"/>
            <a:ext cx="2676225" cy="20047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4571988" y="634900"/>
            <a:ext cx="11445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목마름</a:t>
            </a:r>
            <a:endParaRPr sz="18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6891500" y="1530550"/>
            <a:ext cx="15147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❌</a:t>
            </a:r>
            <a:r>
              <a:rPr lang="en" sz="23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❤️🌍</a:t>
            </a:r>
            <a:endParaRPr sz="23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✅</a:t>
            </a:r>
            <a:r>
              <a:rPr lang="en" sz="23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❤️יהוה</a:t>
            </a:r>
            <a:endParaRPr sz="23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6522500" y="595575"/>
            <a:ext cx="225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Dunia dan keinginannya </a:t>
            </a:r>
            <a:endParaRPr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0" name="Google Shape;70;p13"/>
          <p:cNvSpPr txBox="1"/>
          <p:nvPr/>
        </p:nvSpPr>
        <p:spPr>
          <a:xfrm rot="10800000">
            <a:off x="6148850" y="824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berlalu begitu sahaja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